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31.jpg" ContentType="image/png"/>
  <Override PartName="/ppt/media/image45.jpg" ContentType="image/pn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FF"/>
    <a:srgbClr val="66FFFF"/>
    <a:srgbClr val="00FFFF"/>
    <a:srgbClr val="108449"/>
    <a:srgbClr val="F471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392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65CCA-A477-4F4C-9CA6-1EFB5DB553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4ED227-D021-4169-AE88-16F4EB7EAF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0A392-983F-4C5E-B520-8833458D6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4112F-8E44-4C97-AFE6-8F88CF780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41C19-7D6C-488D-B6B3-3C85A5911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45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EC859-3DBA-4955-B51F-D14825512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B6C02-7090-4ED3-A7F5-B6E88626E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44A4C-F8FD-4934-A98D-C8FA2914E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DD232-8417-4157-B011-7AAB1FA4F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70388-5964-4B80-A9ED-274C35806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828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5BC06-FEBC-40B1-8A5D-B2CE99F2C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E73A1-70B3-4CDF-A1F1-24A797B2F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F236F8-531A-405C-9F11-8FB56C5E1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EC5AA-F22D-4501-8333-4C0354CB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DFD9-F505-4D12-8822-1C3015202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771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C686-4307-495A-BB9B-676E2BF3D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48D2-0EF8-46D7-862F-8813AC21BA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93D0F5-E823-4CDB-930D-CAE58CA1A9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6D1D5A-5476-44AF-8090-A93374592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81529-4D00-46C5-8375-49CD846BF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9D8831-F2B1-4DCB-8D24-2973A09B6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348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98953-49CA-4E52-9911-514CD61D3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8A8D-065D-4CD0-87DB-6E81FD24AD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41AA42-50BC-4C8E-A5FE-C1CF05A016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1815A9-7595-47C5-9DE4-DC12763E56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B5A11B-43F5-4EC9-97CF-70C51DB80A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F8215C-EEF4-4E79-8678-1BFA1599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637A11-8AF7-4251-B2F9-7D6912312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2A0CE7-F0EB-4B1B-9B97-7DB6C542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4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5A0A0-79B9-4175-B8DC-A34C21F52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B7F06D-3BDC-4508-93E7-9324B03BC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A20431-9335-4867-8155-D0A9BC939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6DF22-BCD2-44CB-AD70-532910DC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583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E654DB-FC57-4811-B8A4-59F2D0C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9EEE5-3555-4CF5-AF34-A8BED64C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6AB58-BD0A-47D8-AA98-85187452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17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4E2C0-5F40-40FC-B253-7ABC9D61E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DA39B-04D5-4839-BA5E-0542247F6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9E0825-D795-41BD-B801-39F9F3BCF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41168-5727-4FB0-A9AE-B3ED89D8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0D29D6-7753-461F-9C51-2229DEE2C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D3319E-FB48-4087-9D17-AF56DE13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0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9D96F-4D62-4854-B9B9-CA560B51D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20DDED-54FF-48EA-A4F3-9C856F4A24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A3C075-84A0-4BB3-BFEB-28050163F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DD2DC-E2BE-458B-AE4A-79D4FAE0C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F5B99-BE5A-4B9E-BF77-FD5261D7E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AEA2C-685D-4465-AFA6-5959512EA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518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74CF-BD0C-4B6A-B633-7B3A72B4F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19E3F2-9A19-49A5-B4EC-F843FF203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E692F-31E6-4B74-A5FF-1B655C595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D1837B-5E76-493C-8981-44F425B2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763E3-7C28-43C8-B8EE-0FC4E9C0D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3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8B0F60-87FF-4B8F-9594-4D1FCC9F8C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8A66B4-3AEE-44D3-8805-2BECCCE46B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033F3-A29B-471B-A630-4E13295D3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7E92B-CE4D-4473-B804-82DAFE12D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C3E1E-3F71-4E5A-9D17-CAE5A9D1D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4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CAB6F-AE58-450B-8155-3D80B2A1B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ACAA39-A210-432C-88D2-308D7DD1C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E27E1B-2C8B-446F-A39F-81FE63AF7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35D473-280B-4319-A136-C7C4B767A82C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0366F-877E-43F9-BF38-F43A4D1D06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E1347-67FB-4CA5-8C3B-0FAF113C9F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3DB183-7435-4395-88AF-A1342F72B3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212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jp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50" Type="http://schemas.openxmlformats.org/officeDocument/2006/relationships/image" Target="../media/image49.pn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6" Type="http://schemas.openxmlformats.org/officeDocument/2006/relationships/image" Target="../media/image15.webp"/><Relationship Id="rId29" Type="http://schemas.openxmlformats.org/officeDocument/2006/relationships/image" Target="../media/image28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jp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webp"/><Relationship Id="rId15" Type="http://schemas.openxmlformats.org/officeDocument/2006/relationships/image" Target="../media/image14.webp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49" Type="http://schemas.openxmlformats.org/officeDocument/2006/relationships/image" Target="../media/image48.png"/><Relationship Id="rId10" Type="http://schemas.openxmlformats.org/officeDocument/2006/relationships/image" Target="../media/image9.jpg"/><Relationship Id="rId19" Type="http://schemas.openxmlformats.org/officeDocument/2006/relationships/image" Target="../media/image18.png"/><Relationship Id="rId31" Type="http://schemas.openxmlformats.org/officeDocument/2006/relationships/image" Target="../media/image30.jpg"/><Relationship Id="rId44" Type="http://schemas.openxmlformats.org/officeDocument/2006/relationships/image" Target="../media/image43.webp"/><Relationship Id="rId52" Type="http://schemas.openxmlformats.org/officeDocument/2006/relationships/image" Target="../media/image51.png"/><Relationship Id="rId4" Type="http://schemas.openxmlformats.org/officeDocument/2006/relationships/image" Target="../media/image3.webp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webp"/><Relationship Id="rId48" Type="http://schemas.openxmlformats.org/officeDocument/2006/relationships/image" Target="../media/image47.png"/><Relationship Id="rId8" Type="http://schemas.openxmlformats.org/officeDocument/2006/relationships/image" Target="../media/image7.png"/><Relationship Id="rId51" Type="http://schemas.openxmlformats.org/officeDocument/2006/relationships/image" Target="../media/image50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jpg"/><Relationship Id="rId25" Type="http://schemas.openxmlformats.org/officeDocument/2006/relationships/image" Target="../media/image24.jp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jpg"/><Relationship Id="rId20" Type="http://schemas.openxmlformats.org/officeDocument/2006/relationships/image" Target="../media/image19.jpg"/><Relationship Id="rId41" Type="http://schemas.openxmlformats.org/officeDocument/2006/relationships/image" Target="../media/image40.web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5.gif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CCFFFF"/>
            </a:gs>
            <a:gs pos="100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0B4860F4-C903-49AF-BB98-D4DB0741BA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851"/>
          <a:stretch/>
        </p:blipFill>
        <p:spPr>
          <a:xfrm>
            <a:off x="9318625" y="5746006"/>
            <a:ext cx="1183393" cy="105499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9D20FE8-2E22-4F42-9D4A-F22559E6D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3866" y="3188058"/>
            <a:ext cx="1579874" cy="157987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288161D-953E-4ADF-8CF7-FAE6A33701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0195" y="4568979"/>
            <a:ext cx="1215518" cy="52822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7E35570-3AC0-4FC0-92F4-254320614C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506" y="3332874"/>
            <a:ext cx="1103902" cy="38636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896CDF1F-6822-4014-97F5-5B7B95E5A4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4538" y="3480925"/>
            <a:ext cx="809696" cy="363785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76CB295-C222-4F0F-8739-E0F67728D0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364" y="6103239"/>
            <a:ext cx="953874" cy="624226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4E55D16-B9DB-4F43-8F0F-2A4FBA0406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5770" y="5686490"/>
            <a:ext cx="712800" cy="720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FE56388-FBE3-4864-8DF4-F6B8A5B0D6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763" y="5695352"/>
            <a:ext cx="2010361" cy="425023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A9D4C86-B638-4A13-9452-62008E97EC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66" y="6090138"/>
            <a:ext cx="720000" cy="720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0388C0B-F705-4622-AC83-97BF93A5073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243" y="4862582"/>
            <a:ext cx="1625769" cy="425023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19A6D103-C1C3-41CB-979C-76A0543B110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8356" y="6164458"/>
            <a:ext cx="1445129" cy="60440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235B90E8-A92A-4B52-BD0A-487CE483EC8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803" y="5143918"/>
            <a:ext cx="720000" cy="7200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E224B206-6B54-43D0-AB2C-3803F4C7802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481" y="2683774"/>
            <a:ext cx="1236051" cy="7200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1C4B062-12D8-4F62-BC56-B9FC04F8164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8279" y="5218330"/>
            <a:ext cx="1171844" cy="7200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07BC9A0B-FBE4-4899-9969-5A36CAFC778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4606" y="225779"/>
            <a:ext cx="1876324" cy="1317824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C5F3087E-E6C2-4237-9FB5-D01838C67AC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6180" y="6166766"/>
            <a:ext cx="1192008" cy="599788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897DE27-8CA6-430D-B7CE-654B863E1A5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5770" y="6035134"/>
            <a:ext cx="720000" cy="7200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6A832E81-F2E8-409C-9420-4DF3E248672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186" y="5309018"/>
            <a:ext cx="878049" cy="72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C534F16-A751-4227-AEFC-6EA80A0381B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7148" y="6013026"/>
            <a:ext cx="881345" cy="72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5599F1CF-92E9-4C1F-86E0-0E4FA736DA02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252" y="3969895"/>
            <a:ext cx="1707254" cy="1434667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752A0121-3299-418D-AD87-CC93345F663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694" y="5212937"/>
            <a:ext cx="1038689" cy="72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F9995F05-F92B-4BE2-A874-9DB57A18503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9055" y="5361534"/>
            <a:ext cx="1693187" cy="72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4D0F319A-4E5C-4DD9-96C8-DAA1511E2BF5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6879" y="3942933"/>
            <a:ext cx="1319594" cy="494848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513036EE-22F0-45DE-89C7-B06A4D239F9F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6096" y="6044317"/>
            <a:ext cx="723144" cy="720000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529732A0-892A-4EBD-935D-292280217D0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0487" y="4571984"/>
            <a:ext cx="1460488" cy="720000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A10075C5-EE56-4035-B422-853F14BC848A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78" y="6178702"/>
            <a:ext cx="2106247" cy="599787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04F1AB22-74D4-471F-80CF-5E841CFCC609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9075" y="5056017"/>
            <a:ext cx="1721522" cy="455044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B01C287D-CBDA-45DA-B5B8-DB04BF196339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9241" y="3878280"/>
            <a:ext cx="720000" cy="720000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84D70D29-8003-40FF-8AFF-34F0AAE58321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0554" y="1578395"/>
            <a:ext cx="763784" cy="720000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BB8DD587-9B04-4C7D-A3EB-C03837A411F5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025" y="5178693"/>
            <a:ext cx="720000" cy="720000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A68F462A-0388-431F-9A63-FB498D417230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4297" y="1145159"/>
            <a:ext cx="4194341" cy="2097171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782724AE-F641-4C5A-9774-31AA8FB28056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8105" y="1717530"/>
            <a:ext cx="4312870" cy="1462757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3C78BEFE-99B7-4D01-8E7E-78A018D601CD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2126" y="38302"/>
            <a:ext cx="3335545" cy="1665413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EFDDE83B-8833-41D8-801A-C84265F69072}"/>
              </a:ext>
            </a:extLst>
          </p:cNvPr>
          <p:cNvPicPr>
            <a:picLocks noChangeAspect="1"/>
          </p:cNvPicPr>
          <p:nvPr/>
        </p:nvPicPr>
        <p:blipFill>
          <a:blip r:embed="rId3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952" y="3834758"/>
            <a:ext cx="2127474" cy="543630"/>
          </a:xfrm>
          <a:prstGeom prst="rect">
            <a:avLst/>
          </a:prstGeom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59C5BFA4-BBAE-4E8C-9B70-7A815E6484F4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3738" y="-537744"/>
            <a:ext cx="3139988" cy="3139988"/>
          </a:xfrm>
          <a:prstGeom prst="rect">
            <a:avLst/>
          </a:prstGeom>
        </p:spPr>
      </p:pic>
      <p:pic>
        <p:nvPicPr>
          <p:cNvPr id="115" name="Picture 114">
            <a:extLst>
              <a:ext uri="{FF2B5EF4-FFF2-40B4-BE49-F238E27FC236}">
                <a16:creationId xmlns:a16="http://schemas.microsoft.com/office/drawing/2014/main" id="{7E1AD485-C51E-468E-8307-29DCC5DCAA7C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225" y="2863940"/>
            <a:ext cx="4425483" cy="452054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E056AB31-E2BF-4154-93AB-CBC245AB210C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2737" y="4108996"/>
            <a:ext cx="720000" cy="720000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738F5D62-FAA1-4819-B7A9-BB5634DDFBD6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10" y="3615068"/>
            <a:ext cx="829784" cy="720000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973046B5-8EDF-431B-804E-2F2FA48F516C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225" y="1924710"/>
            <a:ext cx="622500" cy="720000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B891F5B-8A48-46F3-A9BF-DAD8047FB4AD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1755" y="2722925"/>
            <a:ext cx="2336126" cy="1085805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98785840-4A6E-40D5-80B8-36C7898201BA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2096" y="2898464"/>
            <a:ext cx="2651393" cy="113631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F40E5559-9CC4-47A6-A295-A83618218537}"/>
              </a:ext>
            </a:extLst>
          </p:cNvPr>
          <p:cNvPicPr>
            <a:picLocks noChangeAspect="1"/>
          </p:cNvPicPr>
          <p:nvPr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7770" y="-170277"/>
            <a:ext cx="5217257" cy="2255377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2C6F6550-EE6A-4DC0-9DEF-FE222CA14B0B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2759" y="4459349"/>
            <a:ext cx="1419444" cy="739294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22E32A7C-5989-4BD5-8D3C-B5A2DC676984}"/>
              </a:ext>
            </a:extLst>
          </p:cNvPr>
          <p:cNvPicPr>
            <a:picLocks noChangeAspect="1"/>
          </p:cNvPicPr>
          <p:nvPr/>
        </p:nvPicPr>
        <p:blipFill>
          <a:blip r:embed="rId4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02" y="1824184"/>
            <a:ext cx="1058899" cy="786850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D66EFB8D-2BBD-46CD-B880-039B4336838B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37" y="4594724"/>
            <a:ext cx="1382401" cy="430081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388615D5-BECD-407D-A956-59228F41295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2242" y="4476968"/>
            <a:ext cx="803226" cy="581929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8B241C9F-313C-4E58-8AB5-6661E44C4C93}"/>
              </a:ext>
            </a:extLst>
          </p:cNvPr>
          <p:cNvPicPr>
            <a:picLocks noChangeAspect="1"/>
          </p:cNvPicPr>
          <p:nvPr/>
        </p:nvPicPr>
        <p:blipFill>
          <a:blip r:embed="rId4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215" y="3423921"/>
            <a:ext cx="2528395" cy="1330734"/>
          </a:xfrm>
          <a:prstGeom prst="rect">
            <a:avLst/>
          </a:prstGeom>
        </p:spPr>
      </p:pic>
      <p:pic>
        <p:nvPicPr>
          <p:cNvPr id="151" name="Picture 150">
            <a:extLst>
              <a:ext uri="{FF2B5EF4-FFF2-40B4-BE49-F238E27FC236}">
                <a16:creationId xmlns:a16="http://schemas.microsoft.com/office/drawing/2014/main" id="{FEB21E2F-7135-48CD-BD2D-C2BAD18DE5ED}"/>
              </a:ext>
            </a:extLst>
          </p:cNvPr>
          <p:cNvPicPr>
            <a:picLocks noChangeAspect="1"/>
          </p:cNvPicPr>
          <p:nvPr/>
        </p:nvPicPr>
        <p:blipFill>
          <a:blip r:embed="rId4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9758" y="5441235"/>
            <a:ext cx="878050" cy="53935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928DBBE-F19F-4085-A760-A47C5F855B57}"/>
              </a:ext>
            </a:extLst>
          </p:cNvPr>
          <p:cNvPicPr>
            <a:picLocks noChangeAspect="1"/>
          </p:cNvPicPr>
          <p:nvPr/>
        </p:nvPicPr>
        <p:blipFill>
          <a:blip r:embed="rId5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5079" y="3998229"/>
            <a:ext cx="720000" cy="7200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BAC7F14C-78A7-4AEA-8B0E-A59F38FFBA0A}"/>
              </a:ext>
            </a:extLst>
          </p:cNvPr>
          <p:cNvPicPr>
            <a:picLocks noChangeAspect="1"/>
          </p:cNvPicPr>
          <p:nvPr/>
        </p:nvPicPr>
        <p:blipFill>
          <a:blip r:embed="rId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4389" y="5100311"/>
            <a:ext cx="1128329" cy="720000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FA4448B6-814F-4684-B087-167DC9C53494}"/>
              </a:ext>
            </a:extLst>
          </p:cNvPr>
          <p:cNvPicPr>
            <a:picLocks noChangeAspect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269" y="1610876"/>
            <a:ext cx="1197732" cy="1089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52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7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7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2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3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7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8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3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7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8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2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3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7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500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2DBE28-5AB5-40DF-9770-545EC2F6F0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47" y="915761"/>
            <a:ext cx="7561905" cy="485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B2A91C-6214-4D14-B31E-AA39CAA5DFB4}"/>
              </a:ext>
            </a:extLst>
          </p:cNvPr>
          <p:cNvSpPr txBox="1"/>
          <p:nvPr/>
        </p:nvSpPr>
        <p:spPr>
          <a:xfrm>
            <a:off x="423333" y="1905000"/>
            <a:ext cx="10021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47115"/>
                </a:solidFill>
              </a:rPr>
              <a:t>#F47115</a:t>
            </a:r>
          </a:p>
          <a:p>
            <a:r>
              <a:rPr lang="en-US" dirty="0">
                <a:solidFill>
                  <a:srgbClr val="108449"/>
                </a:solidFill>
              </a:rPr>
              <a:t>#108449</a:t>
            </a:r>
          </a:p>
        </p:txBody>
      </p:sp>
    </p:spTree>
    <p:extLst>
      <p:ext uri="{BB962C8B-B14F-4D97-AF65-F5344CB8AC3E}">
        <p14:creationId xmlns:p14="http://schemas.microsoft.com/office/powerpoint/2010/main" val="192555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9160FF-E83C-4FCF-9C8D-C817045C44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736" y="1712263"/>
            <a:ext cx="7220527" cy="406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212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Video 11">
            <a:hlinkClick r:id="" action="ppaction://media"/>
            <a:extLst>
              <a:ext uri="{FF2B5EF4-FFF2-40B4-BE49-F238E27FC236}">
                <a16:creationId xmlns:a16="http://schemas.microsoft.com/office/drawing/2014/main" id="{8145D6E8-DF6F-49E7-8CBA-0CB2DFCDB99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17A5A58-776C-4EC0-B138-F043DE42D7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2501" y="2490796"/>
            <a:ext cx="3808119" cy="214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6762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4</Words>
  <Application>Microsoft Office PowerPoint</Application>
  <PresentationFormat>Widescreen</PresentationFormat>
  <Paragraphs>2</Paragraphs>
  <Slides>4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Phung Hoang</dc:creator>
  <cp:lastModifiedBy>Phung Hoang</cp:lastModifiedBy>
  <cp:revision>20</cp:revision>
  <dcterms:created xsi:type="dcterms:W3CDTF">2026-07-13T15:16:53Z</dcterms:created>
  <dcterms:modified xsi:type="dcterms:W3CDTF">2026-07-17T14:49:47Z</dcterms:modified>
</cp:coreProperties>
</file>