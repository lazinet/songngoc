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  <a:srgbClr val="108449"/>
    <a:srgbClr val="F4711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44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65CCA-A477-4F4C-9CA6-1EFB5DB553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4ED227-D021-4169-AE88-16F4EB7EAF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90A392-983F-4C5E-B520-8833458D68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5D473-280B-4319-A136-C7C4B767A82C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A4112F-8E44-4C97-AFE6-8F88CF7804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B41C19-7D6C-488D-B6B3-3C85A5911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DB183-7435-4395-88AF-A1342F72B3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94459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6EC859-3DBA-4955-B51F-D14825512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3B6C02-7090-4ED3-A7F5-B6E88626EC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144A4C-F8FD-4934-A98D-C8FA2914E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5D473-280B-4319-A136-C7C4B767A82C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ADD232-8417-4157-B011-7AAB1FA4F0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C70388-5964-4B80-A9ED-274C35806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DB183-7435-4395-88AF-A1342F72B3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828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A5BC06-FEBC-40B1-8A5D-B2CE99F2C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DE73A1-70B3-4CDF-A1F1-24A797B2F3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F236F8-531A-405C-9F11-8FB56C5E1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5D473-280B-4319-A136-C7C4B767A82C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7EC5AA-F22D-4501-8333-4C0354CB3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F7DFD9-F505-4D12-8822-1C30152028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DB183-7435-4395-88AF-A1342F72B3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7716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FC686-4307-495A-BB9B-676E2BF3D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FD48D2-0EF8-46D7-862F-8813AC21BA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93D0F5-E823-4CDB-930D-CAE58CA1A9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6D1D5A-5476-44AF-8090-A93374592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5D473-280B-4319-A136-C7C4B767A82C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781529-4D00-46C5-8375-49CD846BF8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9D8831-F2B1-4DCB-8D24-2973A09B6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DB183-7435-4395-88AF-A1342F72B3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3483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98953-49CA-4E52-9911-514CD61D32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CB8A8D-065D-4CD0-87DB-6E81FD24AD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41AA42-50BC-4C8E-A5FE-C1CF05A016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1815A9-7595-47C5-9DE4-DC12763E56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B5A11B-43F5-4EC9-97CF-70C51DB80A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8F8215C-EEF4-4E79-8678-1BFA15991D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5D473-280B-4319-A136-C7C4B767A82C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637A11-8AF7-4251-B2F9-7D6912312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E2A0CE7-F0EB-4B1B-9B97-7DB6C5427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DB183-7435-4395-88AF-A1342F72B3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48243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5A0A0-79B9-4175-B8DC-A34C21F52A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4B7F06D-3BDC-4508-93E7-9324B03BC0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5D473-280B-4319-A136-C7C4B767A82C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A20431-9335-4867-8155-D0A9BC939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96DF22-BCD2-44CB-AD70-532910DC6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DB183-7435-4395-88AF-A1342F72B3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15837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E654DB-FC57-4811-B8A4-59F2D0C57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5D473-280B-4319-A136-C7C4B767A82C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29EEE5-3555-4CF5-AF34-A8BED64CF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B6AB58-BD0A-47D8-AA98-851874528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DB183-7435-4395-88AF-A1342F72B3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3175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E4E2C0-5F40-40FC-B253-7ABC9D61EC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DA39B-04D5-4839-BA5E-0542247F6C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9E0825-D795-41BD-B801-39F9F3BCF4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541168-5727-4FB0-A9AE-B3ED89D87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5D473-280B-4319-A136-C7C4B767A82C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0D29D6-7753-461F-9C51-2229DEE2CD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D3319E-FB48-4087-9D17-AF56DE137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DB183-7435-4395-88AF-A1342F72B3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301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9D96F-4D62-4854-B9B9-CA560B51DD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20DDED-54FF-48EA-A4F3-9C856F4A24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A3C075-84A0-4BB3-BFEB-28050163F0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9DD2DC-E2BE-458B-AE4A-79D4FAE0C3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5D473-280B-4319-A136-C7C4B767A82C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2F5B99-BE5A-4B9E-BF77-FD5261D7E9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1AEA2C-685D-4465-AFA6-5959512EA0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DB183-7435-4395-88AF-A1342F72B3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5188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974CF-BD0C-4B6A-B633-7B3A72B4F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19E3F2-9A19-49A5-B4EC-F843FF2031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2E692F-31E6-4B74-A5FF-1B655C5958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5D473-280B-4319-A136-C7C4B767A82C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D1837B-5E76-493C-8981-44F425B24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7763E3-7C28-43C8-B8EE-0FC4E9C0D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DB183-7435-4395-88AF-A1342F72B3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3075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88B0F60-87FF-4B8F-9594-4D1FCC9F8C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8A66B4-3AEE-44D3-8805-2BECCCE46B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3033F3-A29B-471B-A630-4E13295D3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5D473-280B-4319-A136-C7C4B767A82C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77E92B-CE4D-4473-B804-82DAFE12D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7C3E1E-3F71-4E5A-9D17-CAE5A9D1D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DB183-7435-4395-88AF-A1342F72B3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4486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ECAB6F-AE58-450B-8155-3D80B2A1B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ACAA39-A210-432C-88D2-308D7DD1C8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E27E1B-2C8B-446F-A39F-81FE63AF7B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35D473-280B-4319-A136-C7C4B767A82C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80366F-877E-43F9-BF38-F43A4D1D06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BE1347-67FB-4CA5-8C3B-0FAF113C9F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3DB183-7435-4395-88AF-A1342F72B3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2129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32DBE28-5AB5-40DF-9770-545EC2F6F0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8847" y="915761"/>
            <a:ext cx="7561905" cy="48571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7B2A91C-6214-4D14-B31E-AA39CAA5DFB4}"/>
              </a:ext>
            </a:extLst>
          </p:cNvPr>
          <p:cNvSpPr txBox="1"/>
          <p:nvPr/>
        </p:nvSpPr>
        <p:spPr>
          <a:xfrm>
            <a:off x="423333" y="1905000"/>
            <a:ext cx="10021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47115"/>
                </a:solidFill>
              </a:rPr>
              <a:t>#F47115</a:t>
            </a:r>
          </a:p>
          <a:p>
            <a:r>
              <a:rPr lang="en-US" dirty="0">
                <a:solidFill>
                  <a:srgbClr val="108449"/>
                </a:solidFill>
              </a:rPr>
              <a:t>#108449</a:t>
            </a:r>
          </a:p>
        </p:txBody>
      </p:sp>
    </p:spTree>
    <p:extLst>
      <p:ext uri="{BB962C8B-B14F-4D97-AF65-F5344CB8AC3E}">
        <p14:creationId xmlns:p14="http://schemas.microsoft.com/office/powerpoint/2010/main" val="1925556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F9160FF-E83C-4FCF-9C8D-C817045C44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5736" y="1398227"/>
            <a:ext cx="7220527" cy="4061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652553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</Words>
  <Application>Microsoft Office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Phung Hoang</dc:creator>
  <cp:lastModifiedBy>Phung Hoang</cp:lastModifiedBy>
  <cp:revision>3</cp:revision>
  <dcterms:created xsi:type="dcterms:W3CDTF">2026-07-13T15:16:53Z</dcterms:created>
  <dcterms:modified xsi:type="dcterms:W3CDTF">2026-07-13T19:21:04Z</dcterms:modified>
</cp:coreProperties>
</file>