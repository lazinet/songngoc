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FFFF"/>
    <a:srgbClr val="66FFFF"/>
    <a:srgbClr val="00FFFF"/>
    <a:srgbClr val="108449"/>
    <a:srgbClr val="F47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5CCA-A477-4F4C-9CA6-1EFB5DB55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ED227-D021-4169-AE88-16F4EB7EA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A392-983F-4C5E-B520-8833458D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4112F-8E44-4C97-AFE6-8F88CF78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41C19-7D6C-488D-B6B3-3C85A591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4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C859-3DBA-4955-B51F-D14825512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B6C02-7090-4ED3-A7F5-B6E88626E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44A4C-F8FD-4934-A98D-C8FA2914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D232-8417-4157-B011-7AAB1FA4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70388-5964-4B80-A9ED-274C3580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2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BC06-FEBC-40B1-8A5D-B2CE99F2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E73A1-70B3-4CDF-A1F1-24A797B2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236F8-531A-405C-9F11-8FB56C5E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5AA-F22D-4501-8333-4C0354CB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DFD9-F505-4D12-8822-1C301520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C686-4307-495A-BB9B-676E2BF3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48D2-0EF8-46D7-862F-8813AC21B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3D0F5-E823-4CDB-930D-CAE58CA1A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D1D5A-5476-44AF-8090-A9337459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81529-4D00-46C5-8375-49CD846B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D8831-F2B1-4DCB-8D24-2973A09B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4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8953-49CA-4E52-9911-514CD61D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8A8D-065D-4CD0-87DB-6E81FD24A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1AA42-50BC-4C8E-A5FE-C1CF05A0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815A9-7595-47C5-9DE4-DC12763E5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5A11B-43F5-4EC9-97CF-70C51DB80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8215C-EEF4-4E79-8678-1BFA1599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37A11-8AF7-4251-B2F9-7D691231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A0CE7-F0EB-4B1B-9B97-7DB6C542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2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A0A0-79B9-4175-B8DC-A34C21F5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7F06D-3BDC-4508-93E7-9324B03B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20431-9335-4867-8155-D0A9BC93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6DF22-BCD2-44CB-AD70-532910DC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8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654DB-FC57-4811-B8A4-59F2D0C5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9EEE5-3555-4CF5-AF34-A8BED64C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6AB58-BD0A-47D8-AA98-85187452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1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E2C0-5F40-40FC-B253-7ABC9D61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A39B-04D5-4839-BA5E-0542247F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E0825-D795-41BD-B801-39F9F3BC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41168-5727-4FB0-A9AE-B3ED89D8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D29D6-7753-461F-9C51-2229DEE2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3319E-FB48-4087-9D17-AF56DE13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D96F-4D62-4854-B9B9-CA560B51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0DDED-54FF-48EA-A4F3-9C856F4A2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3C075-84A0-4BB3-BFEB-28050163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DD2DC-E2BE-458B-AE4A-79D4FAE0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F5B99-BE5A-4B9E-BF77-FD5261D7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AEA2C-685D-4465-AFA6-5959512E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1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74CF-BD0C-4B6A-B633-7B3A72B4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9E3F2-9A19-49A5-B4EC-F843FF203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E692F-31E6-4B74-A5FF-1B655C59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837B-5E76-493C-8981-44F425B2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63E3-7C28-43C8-B8EE-0FC4E9C0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0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8B0F60-87FF-4B8F-9594-4D1FCC9F8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A66B4-3AEE-44D3-8805-2BECCCE46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033F3-A29B-471B-A630-4E13295D3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7E92B-CE4D-4473-B804-82DAFE12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C3E1E-3F71-4E5A-9D17-CAE5A9D1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4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CAB6F-AE58-450B-8155-3D80B2A1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CAA39-A210-432C-88D2-308D7DD1C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7E1B-2C8B-446F-A39F-81FE63AF7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5D473-280B-4319-A136-C7C4B767A82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366F-877E-43F9-BF38-F43A4D1D0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1347-67FB-4CA5-8C3B-0FAF113C9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1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2DBE28-5AB5-40DF-9770-545EC2F6F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847" y="915761"/>
            <a:ext cx="7561905" cy="4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B2A91C-6214-4D14-B31E-AA39CAA5DFB4}"/>
              </a:ext>
            </a:extLst>
          </p:cNvPr>
          <p:cNvSpPr txBox="1"/>
          <p:nvPr/>
        </p:nvSpPr>
        <p:spPr>
          <a:xfrm>
            <a:off x="423333" y="1905000"/>
            <a:ext cx="1002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7115"/>
                </a:solidFill>
              </a:rPr>
              <a:t>#F47115</a:t>
            </a:r>
          </a:p>
          <a:p>
            <a:r>
              <a:rPr lang="en-US" dirty="0">
                <a:solidFill>
                  <a:srgbClr val="108449"/>
                </a:solidFill>
              </a:rPr>
              <a:t>#108449</a:t>
            </a:r>
          </a:p>
        </p:txBody>
      </p:sp>
    </p:spTree>
    <p:extLst>
      <p:ext uri="{BB962C8B-B14F-4D97-AF65-F5344CB8AC3E}">
        <p14:creationId xmlns:p14="http://schemas.microsoft.com/office/powerpoint/2010/main" val="19255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C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160FF-E83C-4FCF-9C8D-C817045C4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736" y="1712263"/>
            <a:ext cx="7220527" cy="406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2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160FF-E83C-4FCF-9C8D-C817045C4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736" y="1712263"/>
            <a:ext cx="7220527" cy="406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12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Hoang</dc:creator>
  <cp:lastModifiedBy>Phung Hoang</cp:lastModifiedBy>
  <cp:revision>5</cp:revision>
  <dcterms:created xsi:type="dcterms:W3CDTF">2026-07-13T15:16:53Z</dcterms:created>
  <dcterms:modified xsi:type="dcterms:W3CDTF">2026-07-15T07:44:22Z</dcterms:modified>
</cp:coreProperties>
</file>