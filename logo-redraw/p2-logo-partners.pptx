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1.jpg" ContentType="image/png"/>
  <Override PartName="/ppt/media/image4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8449"/>
    <a:srgbClr val="F47115"/>
    <a:srgbClr val="EAFFFF"/>
    <a:srgbClr val="FFFFCC"/>
    <a:srgbClr val="CECECE"/>
    <a:srgbClr val="040353"/>
    <a:srgbClr val="020859"/>
    <a:srgbClr val="CCFFFF"/>
    <a:srgbClr val="66FF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2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5CCA-A477-4F4C-9CA6-1EFB5DB55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ED227-D021-4169-AE88-16F4EB7EA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A392-983F-4C5E-B520-8833458D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4112F-8E44-4C97-AFE6-8F88CF78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41C19-7D6C-488D-B6B3-3C85A591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4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C859-3DBA-4955-B51F-D14825512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B6C02-7090-4ED3-A7F5-B6E88626E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44A4C-F8FD-4934-A98D-C8FA2914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D232-8417-4157-B011-7AAB1FA4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70388-5964-4B80-A9ED-274C3580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2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BC06-FEBC-40B1-8A5D-B2CE99F2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E73A1-70B3-4CDF-A1F1-24A797B2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236F8-531A-405C-9F11-8FB56C5E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5AA-F22D-4501-8333-4C0354CB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DFD9-F505-4D12-8822-1C301520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C686-4307-495A-BB9B-676E2BF3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48D2-0EF8-46D7-862F-8813AC21B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3D0F5-E823-4CDB-930D-CAE58CA1A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D1D5A-5476-44AF-8090-A9337459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81529-4D00-46C5-8375-49CD846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D8831-F2B1-4DCB-8D24-2973A09B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4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8953-49CA-4E52-9911-514CD61D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8A8D-065D-4CD0-87DB-6E81FD24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1AA42-50BC-4C8E-A5FE-C1CF05A0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815A9-7595-47C5-9DE4-DC12763E5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5A11B-43F5-4EC9-97CF-70C51DB80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8215C-EEF4-4E79-8678-1BFA1599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37A11-8AF7-4251-B2F9-7D691231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A0CE7-F0EB-4B1B-9B97-7DB6C542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A0A0-79B9-4175-B8DC-A34C21F5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7F06D-3BDC-4508-93E7-9324B03B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0431-9335-4867-8155-D0A9BC93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6DF22-BCD2-44CB-AD70-532910DC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654DB-FC57-4811-B8A4-59F2D0C5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9EEE5-3555-4CF5-AF34-A8BED64C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6AB58-BD0A-47D8-AA98-85187452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1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E2C0-5F40-40FC-B253-7ABC9D61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A39B-04D5-4839-BA5E-0542247F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E0825-D795-41BD-B801-39F9F3BC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41168-5727-4FB0-A9AE-B3ED89D8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D29D6-7753-461F-9C51-2229DEE2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3319E-FB48-4087-9D17-AF56DE13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D96F-4D62-4854-B9B9-CA560B51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0DDED-54FF-48EA-A4F3-9C856F4A2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3C075-84A0-4BB3-BFEB-28050163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DD2DC-E2BE-458B-AE4A-79D4FAE0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F5B99-BE5A-4B9E-BF77-FD5261D7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AEA2C-685D-4465-AFA6-5959512E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1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74CF-BD0C-4B6A-B633-7B3A72B4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9E3F2-9A19-49A5-B4EC-F843FF203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E692F-31E6-4B74-A5FF-1B655C59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837B-5E76-493C-8981-44F425B2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63E3-7C28-43C8-B8EE-0FC4E9C0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0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8B0F60-87FF-4B8F-9594-4D1FCC9F8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A66B4-3AEE-44D3-8805-2BECCCE46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033F3-A29B-471B-A630-4E13295D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7E92B-CE4D-4473-B804-82DAFE12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3E1E-3F71-4E5A-9D17-CAE5A9D1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4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CAB6F-AE58-450B-8155-3D80B2A1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CAA39-A210-432C-88D2-308D7DD1C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7E1B-2C8B-446F-A39F-81FE63AF7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5D473-280B-4319-A136-C7C4B767A82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366F-877E-43F9-BF38-F43A4D1D0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1347-67FB-4CA5-8C3B-0FAF113C9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webp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6" Type="http://schemas.openxmlformats.org/officeDocument/2006/relationships/image" Target="../media/image15.webp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jpg"/><Relationship Id="rId37" Type="http://schemas.openxmlformats.org/officeDocument/2006/relationships/image" Target="../media/image36.png"/><Relationship Id="rId40" Type="http://schemas.openxmlformats.org/officeDocument/2006/relationships/image" Target="../media/image39.webp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webp"/><Relationship Id="rId10" Type="http://schemas.openxmlformats.org/officeDocument/2006/relationships/image" Target="../media/image9.jpg"/><Relationship Id="rId19" Type="http://schemas.openxmlformats.org/officeDocument/2006/relationships/image" Target="../media/image18.png"/><Relationship Id="rId31" Type="http://schemas.openxmlformats.org/officeDocument/2006/relationships/image" Target="../media/image30.jpg"/><Relationship Id="rId44" Type="http://schemas.openxmlformats.org/officeDocument/2006/relationships/image" Target="../media/image43.jpg"/><Relationship Id="rId52" Type="http://schemas.openxmlformats.org/officeDocument/2006/relationships/image" Target="../media/image51.png"/><Relationship Id="rId4" Type="http://schemas.openxmlformats.org/officeDocument/2006/relationships/image" Target="../media/image3.webp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jp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webp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C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0B4860F4-C903-49AF-BB98-D4DB0741BA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51"/>
          <a:stretch/>
        </p:blipFill>
        <p:spPr>
          <a:xfrm>
            <a:off x="9318625" y="5746006"/>
            <a:ext cx="1183393" cy="105499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9D20FE8-2E22-4F42-9D4A-F22559E6D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866" y="3188058"/>
            <a:ext cx="1579874" cy="15798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288161D-953E-4ADF-8CF7-FAE6A3370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195" y="4568979"/>
            <a:ext cx="1215518" cy="5282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E35570-3AC0-4FC0-92F4-254320614C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06" y="3332874"/>
            <a:ext cx="1103902" cy="38636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96CDF1F-6822-4014-97F5-5B7B95E5A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92" y="3870981"/>
            <a:ext cx="809696" cy="3637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6CB295-C222-4F0F-8739-E0F67728D0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364" y="6103239"/>
            <a:ext cx="953874" cy="62422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4E55D16-B9DB-4F43-8F0F-2A4FBA0406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770" y="5686490"/>
            <a:ext cx="712800" cy="72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FE56388-FBE3-4864-8DF4-F6B8A5B0D6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763" y="5695352"/>
            <a:ext cx="2010361" cy="42502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A9D4C86-B638-4A13-9452-62008E97EC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357" y="6142305"/>
            <a:ext cx="720000" cy="72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0388C0B-F705-4622-AC83-97BF93A507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243" y="4862582"/>
            <a:ext cx="1625769" cy="42502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9A6D103-C1C3-41CB-979C-76A0543B11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356" y="6164458"/>
            <a:ext cx="1445129" cy="6044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35B90E8-A92A-4B52-BD0A-487CE483EC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03" y="5143918"/>
            <a:ext cx="720000" cy="72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224B206-6B54-43D0-AB2C-3803F4C780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81" y="2683774"/>
            <a:ext cx="1236051" cy="720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1C4B062-12D8-4F62-BC56-B9FC04F8164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69" y="5422305"/>
            <a:ext cx="1171844" cy="720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7BC9A0B-FBE4-4899-9969-5A36CAFC778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606" y="225779"/>
            <a:ext cx="1876324" cy="131782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5F3087E-E6C2-4237-9FB5-D01838C67AC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180" y="6166766"/>
            <a:ext cx="1192008" cy="59978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897DE27-8CA6-430D-B7CE-654B863E1A5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770" y="6035134"/>
            <a:ext cx="720000" cy="7200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A832E81-F2E8-409C-9420-4DF3E24867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186" y="5309018"/>
            <a:ext cx="878049" cy="7200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C534F16-A751-4227-AEFC-6EA80A0381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148" y="6013026"/>
            <a:ext cx="881345" cy="720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599F1CF-92E9-4C1F-86E0-0E4FA736DA0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252" y="3969895"/>
            <a:ext cx="1707254" cy="143466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52A0121-3299-418D-AD87-CC93345F66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94" y="5212937"/>
            <a:ext cx="1038689" cy="7200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9995F05-F92B-4BE2-A874-9DB57A18503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055" y="5361534"/>
            <a:ext cx="1693187" cy="7200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D0F319A-4E5C-4DD9-96C8-DAA1511E2BF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879" y="3942933"/>
            <a:ext cx="1319594" cy="49484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13036EE-22F0-45DE-89C7-B06A4D239F9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096" y="6044317"/>
            <a:ext cx="723144" cy="7200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529732A0-892A-4EBD-935D-292280217D0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87" y="4571984"/>
            <a:ext cx="1460488" cy="720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A10075C5-EE56-4035-B422-853F14BC848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8" y="6178702"/>
            <a:ext cx="2106247" cy="599787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4F1AB22-74D4-471F-80CF-5E841CFCC60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075" y="5056017"/>
            <a:ext cx="1721522" cy="455044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B01C287D-CBDA-45DA-B5B8-DB04BF19633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241" y="3878280"/>
            <a:ext cx="720000" cy="7200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4D70D29-8003-40FF-8AFF-34F0AAE5832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554" y="1578395"/>
            <a:ext cx="763784" cy="7200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BB8DD587-9B04-4C7D-A3EB-C03837A411F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668" y="5514302"/>
            <a:ext cx="574670" cy="57467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A68F462A-0388-431F-9A63-FB498D41723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297" y="1145159"/>
            <a:ext cx="4194341" cy="2097171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82724AE-F641-4C5A-9774-31AA8FB2805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105" y="1717530"/>
            <a:ext cx="4312870" cy="1462757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C78BEFE-99B7-4D01-8E7E-78A018D601C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2126" y="38302"/>
            <a:ext cx="3335545" cy="1665413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9C5BFA4-BBAE-4E8C-9B70-7A815E6484F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738" y="-537744"/>
            <a:ext cx="3139988" cy="3139988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7E1AD485-C51E-468E-8307-29DCC5DCAA7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225" y="2863940"/>
            <a:ext cx="4425483" cy="452054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E056AB31-E2BF-4154-93AB-CBC245AB210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737" y="4108996"/>
            <a:ext cx="720000" cy="7200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738F5D62-FAA1-4819-B7A9-BB5634DDFBD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0" y="3615068"/>
            <a:ext cx="829784" cy="72000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973046B5-8EDF-431B-804E-2F2FA48F516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225" y="1924710"/>
            <a:ext cx="622500" cy="72000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6B891F5B-8A48-46F3-A9BF-DAD8047FB4A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55" y="2722925"/>
            <a:ext cx="2336126" cy="1085805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98785840-4A6E-40D5-80B8-36C7898201B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096" y="2898464"/>
            <a:ext cx="2651393" cy="113631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F40E5559-9CC4-47A6-A295-A8361821853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770" y="-170277"/>
            <a:ext cx="5217257" cy="225537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22E32A7C-5989-4BD5-8D3C-B5A2DC67698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02" y="1824184"/>
            <a:ext cx="1058899" cy="786850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D66EFB8D-2BBD-46CD-B880-039B4336838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37" y="4594724"/>
            <a:ext cx="1382401" cy="430081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388615D5-BECD-407D-A956-59228F41295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242" y="4476968"/>
            <a:ext cx="803226" cy="581929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8B241C9F-313C-4E58-8AB5-6661E44C4C9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889" y="3520638"/>
            <a:ext cx="2528395" cy="1330734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FEB21E2F-7135-48CD-BD2D-C2BAD18DE5ED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758" y="5441235"/>
            <a:ext cx="878050" cy="53935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928DBBE-F19F-4085-A760-A47C5F855B5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079" y="3998229"/>
            <a:ext cx="720000" cy="720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AC7F14C-78A7-4AEA-8B0E-A59F38FFBA0A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389" y="5100311"/>
            <a:ext cx="1128329" cy="7200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A4448B6-814F-4684-B087-167DC9C5349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269" y="1610876"/>
            <a:ext cx="1197732" cy="1089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5BA7D7-D1B1-4433-A7EF-47232B8C7517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476" y="5390398"/>
            <a:ext cx="720000" cy="56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6A7E5D-182D-4DAC-8144-392A825C923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678" y="4571984"/>
            <a:ext cx="1501004" cy="8731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1D9958-01B1-4B9A-A398-4C13042B4AC8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999" y="3344957"/>
            <a:ext cx="1460586" cy="146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2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51</cp:revision>
  <dcterms:created xsi:type="dcterms:W3CDTF">2026-07-13T15:16:53Z</dcterms:created>
  <dcterms:modified xsi:type="dcterms:W3CDTF">2026-07-23T09:36:43Z</dcterms:modified>
</cp:coreProperties>
</file>